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ita Singh" userId="ef6af5f66991a5b9" providerId="LiveId" clId="{54F2BF18-4063-4E42-8910-F27265805871}"/>
    <pc:docChg chg="undo custSel addSld delSld modSld sldOrd">
      <pc:chgData name="Nikita Singh" userId="ef6af5f66991a5b9" providerId="LiveId" clId="{54F2BF18-4063-4E42-8910-F27265805871}" dt="2024-10-03T13:58:25.907" v="276"/>
      <pc:docMkLst>
        <pc:docMk/>
      </pc:docMkLst>
      <pc:sldChg chg="addSp delSp modSp mod ord">
        <pc:chgData name="Nikita Singh" userId="ef6af5f66991a5b9" providerId="LiveId" clId="{54F2BF18-4063-4E42-8910-F27265805871}" dt="2024-10-03T13:58:25.907" v="276"/>
        <pc:sldMkLst>
          <pc:docMk/>
          <pc:sldMk cId="1395849168" sldId="257"/>
        </pc:sldMkLst>
        <pc:graphicFrameChg chg="add del modGraphic">
          <ac:chgData name="Nikita Singh" userId="ef6af5f66991a5b9" providerId="LiveId" clId="{54F2BF18-4063-4E42-8910-F27265805871}" dt="2024-10-03T10:44:12.984" v="23" actId="27309"/>
          <ac:graphicFrameMkLst>
            <pc:docMk/>
            <pc:sldMk cId="1395849168" sldId="257"/>
            <ac:graphicFrameMk id="20" creationId="{1D526208-A722-7E4E-3052-929D5E2FC0AF}"/>
          </ac:graphicFrameMkLst>
        </pc:graphicFrameChg>
        <pc:picChg chg="mod">
          <ac:chgData name="Nikita Singh" userId="ef6af5f66991a5b9" providerId="LiveId" clId="{54F2BF18-4063-4E42-8910-F27265805871}" dt="2024-10-03T11:00:23.670" v="76" actId="1076"/>
          <ac:picMkLst>
            <pc:docMk/>
            <pc:sldMk cId="1395849168" sldId="257"/>
            <ac:picMk id="3" creationId="{3BA06D6A-FE50-459D-F84B-58ED3B12EDC2}"/>
          </ac:picMkLst>
        </pc:picChg>
      </pc:sldChg>
      <pc:sldChg chg="addSp modSp new mod">
        <pc:chgData name="Nikita Singh" userId="ef6af5f66991a5b9" providerId="LiveId" clId="{54F2BF18-4063-4E42-8910-F27265805871}" dt="2024-10-03T12:39:31.166" v="175" actId="1076"/>
        <pc:sldMkLst>
          <pc:docMk/>
          <pc:sldMk cId="3997513981" sldId="258"/>
        </pc:sldMkLst>
        <pc:picChg chg="add mod">
          <ac:chgData name="Nikita Singh" userId="ef6af5f66991a5b9" providerId="LiveId" clId="{54F2BF18-4063-4E42-8910-F27265805871}" dt="2024-10-03T10:44:26.621" v="25" actId="1076"/>
          <ac:picMkLst>
            <pc:docMk/>
            <pc:sldMk cId="3997513981" sldId="258"/>
            <ac:picMk id="3" creationId="{2106AF89-0358-765D-FB24-6823915E2674}"/>
          </ac:picMkLst>
        </pc:picChg>
        <pc:picChg chg="add mod">
          <ac:chgData name="Nikita Singh" userId="ef6af5f66991a5b9" providerId="LiveId" clId="{54F2BF18-4063-4E42-8910-F27265805871}" dt="2024-10-03T10:43:51.406" v="21" actId="1076"/>
          <ac:picMkLst>
            <pc:docMk/>
            <pc:sldMk cId="3997513981" sldId="258"/>
            <ac:picMk id="5" creationId="{D0013B0D-5DE0-8D38-CB4F-061D39D6B3CB}"/>
          </ac:picMkLst>
        </pc:picChg>
        <pc:picChg chg="add mod">
          <ac:chgData name="Nikita Singh" userId="ef6af5f66991a5b9" providerId="LiveId" clId="{54F2BF18-4063-4E42-8910-F27265805871}" dt="2024-10-03T12:39:31.166" v="175" actId="1076"/>
          <ac:picMkLst>
            <pc:docMk/>
            <pc:sldMk cId="3997513981" sldId="258"/>
            <ac:picMk id="6" creationId="{69359BB5-D0A7-DBF0-0EB2-288B8787E883}"/>
          </ac:picMkLst>
        </pc:picChg>
        <pc:cxnChg chg="add mod">
          <ac:chgData name="Nikita Singh" userId="ef6af5f66991a5b9" providerId="LiveId" clId="{54F2BF18-4063-4E42-8910-F27265805871}" dt="2024-10-03T10:52:52.922" v="55" actId="1076"/>
          <ac:cxnSpMkLst>
            <pc:docMk/>
            <pc:sldMk cId="3997513981" sldId="258"/>
            <ac:cxnSpMk id="7" creationId="{08986D5C-665A-D8D3-E0C0-A5D85C1C81FD}"/>
          </ac:cxnSpMkLst>
        </pc:cxnChg>
      </pc:sldChg>
      <pc:sldChg chg="addSp modSp new mod">
        <pc:chgData name="Nikita Singh" userId="ef6af5f66991a5b9" providerId="LiveId" clId="{54F2BF18-4063-4E42-8910-F27265805871}" dt="2024-10-03T11:08:21.778" v="85" actId="1076"/>
        <pc:sldMkLst>
          <pc:docMk/>
          <pc:sldMk cId="1979131471" sldId="259"/>
        </pc:sldMkLst>
        <pc:picChg chg="add mod">
          <ac:chgData name="Nikita Singh" userId="ef6af5f66991a5b9" providerId="LiveId" clId="{54F2BF18-4063-4E42-8910-F27265805871}" dt="2024-10-03T11:08:21.778" v="85" actId="1076"/>
          <ac:picMkLst>
            <pc:docMk/>
            <pc:sldMk cId="1979131471" sldId="259"/>
            <ac:picMk id="3" creationId="{A90BCDE3-5FF1-1B2C-A218-8952F42A5607}"/>
          </ac:picMkLst>
        </pc:picChg>
        <pc:picChg chg="add mod">
          <ac:chgData name="Nikita Singh" userId="ef6af5f66991a5b9" providerId="LiveId" clId="{54F2BF18-4063-4E42-8910-F27265805871}" dt="2024-10-03T10:51:00.964" v="36" actId="1076"/>
          <ac:picMkLst>
            <pc:docMk/>
            <pc:sldMk cId="1979131471" sldId="259"/>
            <ac:picMk id="5" creationId="{98544F55-0981-DD66-803F-3DD41EEBF7EE}"/>
          </ac:picMkLst>
        </pc:picChg>
        <pc:picChg chg="add mod">
          <ac:chgData name="Nikita Singh" userId="ef6af5f66991a5b9" providerId="LiveId" clId="{54F2BF18-4063-4E42-8910-F27265805871}" dt="2024-10-03T11:00:15.195" v="75" actId="1076"/>
          <ac:picMkLst>
            <pc:docMk/>
            <pc:sldMk cId="1979131471" sldId="259"/>
            <ac:picMk id="6" creationId="{3F46F0BF-EB8C-1B06-0F86-AEEA973598DC}"/>
          </ac:picMkLst>
        </pc:picChg>
        <pc:cxnChg chg="add mod">
          <ac:chgData name="Nikita Singh" userId="ef6af5f66991a5b9" providerId="LiveId" clId="{54F2BF18-4063-4E42-8910-F27265805871}" dt="2024-10-03T10:53:08.839" v="59" actId="1076"/>
          <ac:cxnSpMkLst>
            <pc:docMk/>
            <pc:sldMk cId="1979131471" sldId="259"/>
            <ac:cxnSpMk id="7" creationId="{A4666899-3620-0FE4-AE66-D6EFFD3EBCE2}"/>
          </ac:cxnSpMkLst>
        </pc:cxnChg>
      </pc:sldChg>
      <pc:sldChg chg="addSp modSp new mod">
        <pc:chgData name="Nikita Singh" userId="ef6af5f66991a5b9" providerId="LiveId" clId="{54F2BF18-4063-4E42-8910-F27265805871}" dt="2024-10-03T10:58:07.715" v="72" actId="1076"/>
        <pc:sldMkLst>
          <pc:docMk/>
          <pc:sldMk cId="3098173876" sldId="260"/>
        </pc:sldMkLst>
        <pc:picChg chg="add mod">
          <ac:chgData name="Nikita Singh" userId="ef6af5f66991a5b9" providerId="LiveId" clId="{54F2BF18-4063-4E42-8910-F27265805871}" dt="2024-10-03T10:51:19.126" v="38"/>
          <ac:picMkLst>
            <pc:docMk/>
            <pc:sldMk cId="3098173876" sldId="260"/>
            <ac:picMk id="2" creationId="{1A55E14A-6490-66A5-68A8-72150F1D64DA}"/>
          </ac:picMkLst>
        </pc:picChg>
        <pc:picChg chg="add mod">
          <ac:chgData name="Nikita Singh" userId="ef6af5f66991a5b9" providerId="LiveId" clId="{54F2BF18-4063-4E42-8910-F27265805871}" dt="2024-10-03T10:57:55.926" v="70" actId="1076"/>
          <ac:picMkLst>
            <pc:docMk/>
            <pc:sldMk cId="3098173876" sldId="260"/>
            <ac:picMk id="4" creationId="{A0426BA8-6BD1-19DC-E80B-992AB97FDFC7}"/>
          </ac:picMkLst>
        </pc:picChg>
        <pc:picChg chg="add mod modCrop">
          <ac:chgData name="Nikita Singh" userId="ef6af5f66991a5b9" providerId="LiveId" clId="{54F2BF18-4063-4E42-8910-F27265805871}" dt="2024-10-03T10:57:53.237" v="69" actId="1076"/>
          <ac:picMkLst>
            <pc:docMk/>
            <pc:sldMk cId="3098173876" sldId="260"/>
            <ac:picMk id="6" creationId="{80E8E677-E1D3-72BE-FFB3-197146841F13}"/>
          </ac:picMkLst>
        </pc:picChg>
        <pc:cxnChg chg="add mod">
          <ac:chgData name="Nikita Singh" userId="ef6af5f66991a5b9" providerId="LiveId" clId="{54F2BF18-4063-4E42-8910-F27265805871}" dt="2024-10-03T10:58:07.715" v="72" actId="1076"/>
          <ac:cxnSpMkLst>
            <pc:docMk/>
            <pc:sldMk cId="3098173876" sldId="260"/>
            <ac:cxnSpMk id="7" creationId="{24826A23-4E52-AD00-CCF9-8071FD4A970D}"/>
          </ac:cxnSpMkLst>
        </pc:cxnChg>
      </pc:sldChg>
      <pc:sldChg chg="addSp modSp new mod">
        <pc:chgData name="Nikita Singh" userId="ef6af5f66991a5b9" providerId="LiveId" clId="{54F2BF18-4063-4E42-8910-F27265805871}" dt="2024-10-03T11:05:12.582" v="84" actId="1076"/>
        <pc:sldMkLst>
          <pc:docMk/>
          <pc:sldMk cId="4110277592" sldId="261"/>
        </pc:sldMkLst>
        <pc:picChg chg="add mod">
          <ac:chgData name="Nikita Singh" userId="ef6af5f66991a5b9" providerId="LiveId" clId="{54F2BF18-4063-4E42-8910-F27265805871}" dt="2024-10-03T10:51:21.650" v="39"/>
          <ac:picMkLst>
            <pc:docMk/>
            <pc:sldMk cId="4110277592" sldId="261"/>
            <ac:picMk id="2" creationId="{67270CEF-6D45-3BEE-BDEB-E62C9BB29349}"/>
          </ac:picMkLst>
        </pc:picChg>
        <pc:picChg chg="add mod">
          <ac:chgData name="Nikita Singh" userId="ef6af5f66991a5b9" providerId="LiveId" clId="{54F2BF18-4063-4E42-8910-F27265805871}" dt="2024-10-03T11:04:20.517" v="78" actId="1076"/>
          <ac:picMkLst>
            <pc:docMk/>
            <pc:sldMk cId="4110277592" sldId="261"/>
            <ac:picMk id="4" creationId="{D02DBD0D-3B08-DF86-38EE-5CCECAA435A8}"/>
          </ac:picMkLst>
        </pc:picChg>
        <pc:picChg chg="add mod">
          <ac:chgData name="Nikita Singh" userId="ef6af5f66991a5b9" providerId="LiveId" clId="{54F2BF18-4063-4E42-8910-F27265805871}" dt="2024-10-03T11:04:53.289" v="82" actId="14100"/>
          <ac:picMkLst>
            <pc:docMk/>
            <pc:sldMk cId="4110277592" sldId="261"/>
            <ac:picMk id="6" creationId="{C0336C0B-21C5-4F8D-2E98-2730680E7457}"/>
          </ac:picMkLst>
        </pc:picChg>
        <pc:cxnChg chg="add mod">
          <ac:chgData name="Nikita Singh" userId="ef6af5f66991a5b9" providerId="LiveId" clId="{54F2BF18-4063-4E42-8910-F27265805871}" dt="2024-10-03T11:05:12.582" v="84" actId="1076"/>
          <ac:cxnSpMkLst>
            <pc:docMk/>
            <pc:sldMk cId="4110277592" sldId="261"/>
            <ac:cxnSpMk id="7" creationId="{D711559C-DAC7-1A2D-C8BA-86D69A588395}"/>
          </ac:cxnSpMkLst>
        </pc:cxnChg>
      </pc:sldChg>
      <pc:sldChg chg="addSp modSp new mod">
        <pc:chgData name="Nikita Singh" userId="ef6af5f66991a5b9" providerId="LiveId" clId="{54F2BF18-4063-4E42-8910-F27265805871}" dt="2024-10-03T11:31:06.263" v="116" actId="1076"/>
        <pc:sldMkLst>
          <pc:docMk/>
          <pc:sldMk cId="1205354243" sldId="262"/>
        </pc:sldMkLst>
        <pc:picChg chg="add mod">
          <ac:chgData name="Nikita Singh" userId="ef6af5f66991a5b9" providerId="LiveId" clId="{54F2BF18-4063-4E42-8910-F27265805871}" dt="2024-10-03T10:51:28.131" v="40"/>
          <ac:picMkLst>
            <pc:docMk/>
            <pc:sldMk cId="1205354243" sldId="262"/>
            <ac:picMk id="2" creationId="{B82A8A0D-DF78-CDA0-3564-CD07436DEF11}"/>
          </ac:picMkLst>
        </pc:picChg>
        <pc:picChg chg="add mod">
          <ac:chgData name="Nikita Singh" userId="ef6af5f66991a5b9" providerId="LiveId" clId="{54F2BF18-4063-4E42-8910-F27265805871}" dt="2024-10-03T11:31:01.049" v="114" actId="1076"/>
          <ac:picMkLst>
            <pc:docMk/>
            <pc:sldMk cId="1205354243" sldId="262"/>
            <ac:picMk id="4" creationId="{566CDD43-5BE6-E5F3-52BE-E6717A362DB3}"/>
          </ac:picMkLst>
        </pc:picChg>
        <pc:picChg chg="add mod">
          <ac:chgData name="Nikita Singh" userId="ef6af5f66991a5b9" providerId="LiveId" clId="{54F2BF18-4063-4E42-8910-F27265805871}" dt="2024-10-03T11:31:03.296" v="115" actId="1076"/>
          <ac:picMkLst>
            <pc:docMk/>
            <pc:sldMk cId="1205354243" sldId="262"/>
            <ac:picMk id="6" creationId="{2BB93770-60ED-7392-3FCE-B6F8A8FE387E}"/>
          </ac:picMkLst>
        </pc:picChg>
        <pc:cxnChg chg="add mod">
          <ac:chgData name="Nikita Singh" userId="ef6af5f66991a5b9" providerId="LiveId" clId="{54F2BF18-4063-4E42-8910-F27265805871}" dt="2024-10-03T11:13:02.327" v="92"/>
          <ac:cxnSpMkLst>
            <pc:docMk/>
            <pc:sldMk cId="1205354243" sldId="262"/>
            <ac:cxnSpMk id="7" creationId="{7EE37BF4-DB4F-10B9-EE84-3DB0E760DDE5}"/>
          </ac:cxnSpMkLst>
        </pc:cxnChg>
        <pc:cxnChg chg="add mod">
          <ac:chgData name="Nikita Singh" userId="ef6af5f66991a5b9" providerId="LiveId" clId="{54F2BF18-4063-4E42-8910-F27265805871}" dt="2024-10-03T11:31:06.263" v="116" actId="1076"/>
          <ac:cxnSpMkLst>
            <pc:docMk/>
            <pc:sldMk cId="1205354243" sldId="262"/>
            <ac:cxnSpMk id="8" creationId="{7E8570F2-CF1F-277F-B61A-F0EABCE4B605}"/>
          </ac:cxnSpMkLst>
        </pc:cxnChg>
      </pc:sldChg>
      <pc:sldChg chg="addSp modSp new mod">
        <pc:chgData name="Nikita Singh" userId="ef6af5f66991a5b9" providerId="LiveId" clId="{54F2BF18-4063-4E42-8910-F27265805871}" dt="2024-10-03T11:30:05.706" v="109" actId="1076"/>
        <pc:sldMkLst>
          <pc:docMk/>
          <pc:sldMk cId="1495911172" sldId="263"/>
        </pc:sldMkLst>
        <pc:picChg chg="add mod">
          <ac:chgData name="Nikita Singh" userId="ef6af5f66991a5b9" providerId="LiveId" clId="{54F2BF18-4063-4E42-8910-F27265805871}" dt="2024-10-03T10:51:30.615" v="41"/>
          <ac:picMkLst>
            <pc:docMk/>
            <pc:sldMk cId="1495911172" sldId="263"/>
            <ac:picMk id="2" creationId="{AAAAB810-C602-6F0E-DC63-F922C46CF0E4}"/>
          </ac:picMkLst>
        </pc:picChg>
        <pc:picChg chg="add mod">
          <ac:chgData name="Nikita Singh" userId="ef6af5f66991a5b9" providerId="LiveId" clId="{54F2BF18-4063-4E42-8910-F27265805871}" dt="2024-10-03T11:19:18.614" v="102" actId="1076"/>
          <ac:picMkLst>
            <pc:docMk/>
            <pc:sldMk cId="1495911172" sldId="263"/>
            <ac:picMk id="4" creationId="{A8F5F1FD-89B4-8747-F1D9-E0D608CE0EAD}"/>
          </ac:picMkLst>
        </pc:picChg>
        <pc:picChg chg="add mod">
          <ac:chgData name="Nikita Singh" userId="ef6af5f66991a5b9" providerId="LiveId" clId="{54F2BF18-4063-4E42-8910-F27265805871}" dt="2024-10-03T11:19:14.921" v="101" actId="1076"/>
          <ac:picMkLst>
            <pc:docMk/>
            <pc:sldMk cId="1495911172" sldId="263"/>
            <ac:picMk id="6" creationId="{B1D53AF4-61B4-7123-427C-232C4DE90240}"/>
          </ac:picMkLst>
        </pc:picChg>
        <pc:cxnChg chg="add mod">
          <ac:chgData name="Nikita Singh" userId="ef6af5f66991a5b9" providerId="LiveId" clId="{54F2BF18-4063-4E42-8910-F27265805871}" dt="2024-10-03T11:30:05.706" v="109" actId="1076"/>
          <ac:cxnSpMkLst>
            <pc:docMk/>
            <pc:sldMk cId="1495911172" sldId="263"/>
            <ac:cxnSpMk id="7" creationId="{C2251A2D-1CC0-636A-B84D-8C2BB82C8BAF}"/>
          </ac:cxnSpMkLst>
        </pc:cxnChg>
      </pc:sldChg>
      <pc:sldChg chg="addSp modSp new mod">
        <pc:chgData name="Nikita Singh" userId="ef6af5f66991a5b9" providerId="LiveId" clId="{54F2BF18-4063-4E42-8910-F27265805871}" dt="2024-10-03T12:41:20.925" v="183" actId="1076"/>
        <pc:sldMkLst>
          <pc:docMk/>
          <pc:sldMk cId="309182170" sldId="264"/>
        </pc:sldMkLst>
        <pc:picChg chg="add mod">
          <ac:chgData name="Nikita Singh" userId="ef6af5f66991a5b9" providerId="LiveId" clId="{54F2BF18-4063-4E42-8910-F27265805871}" dt="2024-10-03T10:51:35.168" v="42"/>
          <ac:picMkLst>
            <pc:docMk/>
            <pc:sldMk cId="309182170" sldId="264"/>
            <ac:picMk id="2" creationId="{0C224168-BA50-91A1-24CC-A1FF951F2757}"/>
          </ac:picMkLst>
        </pc:picChg>
        <pc:picChg chg="add mod">
          <ac:chgData name="Nikita Singh" userId="ef6af5f66991a5b9" providerId="LiveId" clId="{54F2BF18-4063-4E42-8910-F27265805871}" dt="2024-10-03T11:29:00.048" v="104" actId="1076"/>
          <ac:picMkLst>
            <pc:docMk/>
            <pc:sldMk cId="309182170" sldId="264"/>
            <ac:picMk id="4" creationId="{47085E75-6E0D-556A-C60A-D7DAA5C4A31C}"/>
          </ac:picMkLst>
        </pc:picChg>
        <pc:picChg chg="add mod">
          <ac:chgData name="Nikita Singh" userId="ef6af5f66991a5b9" providerId="LiveId" clId="{54F2BF18-4063-4E42-8910-F27265805871}" dt="2024-10-03T12:41:17.782" v="182" actId="1076"/>
          <ac:picMkLst>
            <pc:docMk/>
            <pc:sldMk cId="309182170" sldId="264"/>
            <ac:picMk id="6" creationId="{3F490A21-44BD-0774-DC13-FABAC55DDE48}"/>
          </ac:picMkLst>
        </pc:picChg>
        <pc:cxnChg chg="add mod">
          <ac:chgData name="Nikita Singh" userId="ef6af5f66991a5b9" providerId="LiveId" clId="{54F2BF18-4063-4E42-8910-F27265805871}" dt="2024-10-03T12:41:20.925" v="183" actId="1076"/>
          <ac:cxnSpMkLst>
            <pc:docMk/>
            <pc:sldMk cId="309182170" sldId="264"/>
            <ac:cxnSpMk id="7" creationId="{68780F31-7F28-FB97-9905-F75B41B710D2}"/>
          </ac:cxnSpMkLst>
        </pc:cxnChg>
      </pc:sldChg>
      <pc:sldChg chg="addSp modSp new mod">
        <pc:chgData name="Nikita Singh" userId="ef6af5f66991a5b9" providerId="LiveId" clId="{54F2BF18-4063-4E42-8910-F27265805871}" dt="2024-10-03T12:40:16.625" v="178" actId="1076"/>
        <pc:sldMkLst>
          <pc:docMk/>
          <pc:sldMk cId="3362364170" sldId="265"/>
        </pc:sldMkLst>
        <pc:picChg chg="add mod">
          <ac:chgData name="Nikita Singh" userId="ef6af5f66991a5b9" providerId="LiveId" clId="{54F2BF18-4063-4E42-8910-F27265805871}" dt="2024-10-03T12:40:11.493" v="177" actId="1076"/>
          <ac:picMkLst>
            <pc:docMk/>
            <pc:sldMk cId="3362364170" sldId="265"/>
            <ac:picMk id="2" creationId="{AFAD7F9C-BF8F-D22E-4317-FC0B47197866}"/>
          </ac:picMkLst>
        </pc:picChg>
        <pc:picChg chg="add mod">
          <ac:chgData name="Nikita Singh" userId="ef6af5f66991a5b9" providerId="LiveId" clId="{54F2BF18-4063-4E42-8910-F27265805871}" dt="2024-10-03T11:34:22.255" v="118" actId="1076"/>
          <ac:picMkLst>
            <pc:docMk/>
            <pc:sldMk cId="3362364170" sldId="265"/>
            <ac:picMk id="4" creationId="{94F9CFC1-C7FA-FA70-4241-26EEB872B9BB}"/>
          </ac:picMkLst>
        </pc:picChg>
        <pc:picChg chg="add mod modCrop">
          <ac:chgData name="Nikita Singh" userId="ef6af5f66991a5b9" providerId="LiveId" clId="{54F2BF18-4063-4E42-8910-F27265805871}" dt="2024-10-03T12:40:07.384" v="176" actId="1076"/>
          <ac:picMkLst>
            <pc:docMk/>
            <pc:sldMk cId="3362364170" sldId="265"/>
            <ac:picMk id="6" creationId="{D8CE2CE8-FC1F-5324-419A-9293631F72B1}"/>
          </ac:picMkLst>
        </pc:picChg>
        <pc:cxnChg chg="add mod">
          <ac:chgData name="Nikita Singh" userId="ef6af5f66991a5b9" providerId="LiveId" clId="{54F2BF18-4063-4E42-8910-F27265805871}" dt="2024-10-03T12:40:16.625" v="178" actId="1076"/>
          <ac:cxnSpMkLst>
            <pc:docMk/>
            <pc:sldMk cId="3362364170" sldId="265"/>
            <ac:cxnSpMk id="7" creationId="{A0DC216F-DD5A-7126-9511-1CF4D6BDBA4F}"/>
          </ac:cxnSpMkLst>
        </pc:cxnChg>
      </pc:sldChg>
      <pc:sldChg chg="addSp modSp new mod">
        <pc:chgData name="Nikita Singh" userId="ef6af5f66991a5b9" providerId="LiveId" clId="{54F2BF18-4063-4E42-8910-F27265805871}" dt="2024-10-03T12:40:51.835" v="181" actId="1036"/>
        <pc:sldMkLst>
          <pc:docMk/>
          <pc:sldMk cId="4157750123" sldId="266"/>
        </pc:sldMkLst>
        <pc:picChg chg="add mod">
          <ac:chgData name="Nikita Singh" userId="ef6af5f66991a5b9" providerId="LiveId" clId="{54F2BF18-4063-4E42-8910-F27265805871}" dt="2024-10-03T12:40:51.835" v="181" actId="1036"/>
          <ac:picMkLst>
            <pc:docMk/>
            <pc:sldMk cId="4157750123" sldId="266"/>
            <ac:picMk id="2" creationId="{27E3A177-20F4-FD11-46BC-89E655D315DF}"/>
          </ac:picMkLst>
        </pc:picChg>
        <pc:picChg chg="add mod">
          <ac:chgData name="Nikita Singh" userId="ef6af5f66991a5b9" providerId="LiveId" clId="{54F2BF18-4063-4E42-8910-F27265805871}" dt="2024-10-03T12:25:40.596" v="154" actId="1076"/>
          <ac:picMkLst>
            <pc:docMk/>
            <pc:sldMk cId="4157750123" sldId="266"/>
            <ac:picMk id="4" creationId="{28DA707F-CE89-4333-0A8B-A0F03946FF15}"/>
          </ac:picMkLst>
        </pc:picChg>
        <pc:picChg chg="add mod modCrop">
          <ac:chgData name="Nikita Singh" userId="ef6af5f66991a5b9" providerId="LiveId" clId="{54F2BF18-4063-4E42-8910-F27265805871}" dt="2024-10-03T12:40:47.859" v="179" actId="1076"/>
          <ac:picMkLst>
            <pc:docMk/>
            <pc:sldMk cId="4157750123" sldId="266"/>
            <ac:picMk id="6" creationId="{B5E52EDF-3B1A-06A4-1308-2E46481FC5E3}"/>
          </ac:picMkLst>
        </pc:picChg>
        <pc:cxnChg chg="add mod">
          <ac:chgData name="Nikita Singh" userId="ef6af5f66991a5b9" providerId="LiveId" clId="{54F2BF18-4063-4E42-8910-F27265805871}" dt="2024-10-03T12:26:06.028" v="157" actId="1076"/>
          <ac:cxnSpMkLst>
            <pc:docMk/>
            <pc:sldMk cId="4157750123" sldId="266"/>
            <ac:cxnSpMk id="7" creationId="{AD3E4568-871E-8502-F4CE-D2BA2BD03C74}"/>
          </ac:cxnSpMkLst>
        </pc:cxnChg>
      </pc:sldChg>
      <pc:sldChg chg="addSp delSp modSp new mod">
        <pc:chgData name="Nikita Singh" userId="ef6af5f66991a5b9" providerId="LiveId" clId="{54F2BF18-4063-4E42-8910-F27265805871}" dt="2024-10-03T13:31:39.953" v="200" actId="1076"/>
        <pc:sldMkLst>
          <pc:docMk/>
          <pc:sldMk cId="3724585888" sldId="267"/>
        </pc:sldMkLst>
        <pc:picChg chg="add mod">
          <ac:chgData name="Nikita Singh" userId="ef6af5f66991a5b9" providerId="LiveId" clId="{54F2BF18-4063-4E42-8910-F27265805871}" dt="2024-10-03T11:35:49.787" v="137"/>
          <ac:picMkLst>
            <pc:docMk/>
            <pc:sldMk cId="3724585888" sldId="267"/>
            <ac:picMk id="2" creationId="{E226C287-2246-F69B-9004-BBEC29B85A2F}"/>
          </ac:picMkLst>
        </pc:picChg>
        <pc:picChg chg="add del mod">
          <ac:chgData name="Nikita Singh" userId="ef6af5f66991a5b9" providerId="LiveId" clId="{54F2BF18-4063-4E42-8910-F27265805871}" dt="2024-10-03T13:30:25.106" v="185" actId="478"/>
          <ac:picMkLst>
            <pc:docMk/>
            <pc:sldMk cId="3724585888" sldId="267"/>
            <ac:picMk id="4" creationId="{D6E40D74-2000-CC2B-965B-7C226808C7E1}"/>
          </ac:picMkLst>
        </pc:picChg>
        <pc:picChg chg="add del mod">
          <ac:chgData name="Nikita Singh" userId="ef6af5f66991a5b9" providerId="LiveId" clId="{54F2BF18-4063-4E42-8910-F27265805871}" dt="2024-10-03T13:30:37.611" v="190" actId="478"/>
          <ac:picMkLst>
            <pc:docMk/>
            <pc:sldMk cId="3724585888" sldId="267"/>
            <ac:picMk id="6" creationId="{B2258BA9-5D0E-6BD7-0945-1FC1603259C9}"/>
          </ac:picMkLst>
        </pc:picChg>
        <pc:picChg chg="add mod">
          <ac:chgData name="Nikita Singh" userId="ef6af5f66991a5b9" providerId="LiveId" clId="{54F2BF18-4063-4E42-8910-F27265805871}" dt="2024-10-03T13:30:46.652" v="192" actId="1076"/>
          <ac:picMkLst>
            <pc:docMk/>
            <pc:sldMk cId="3724585888" sldId="267"/>
            <ac:picMk id="9" creationId="{88C0163B-D642-18AA-2432-0BD8A85F2E47}"/>
          </ac:picMkLst>
        </pc:picChg>
        <pc:picChg chg="add mod modCrop">
          <ac:chgData name="Nikita Singh" userId="ef6af5f66991a5b9" providerId="LiveId" clId="{54F2BF18-4063-4E42-8910-F27265805871}" dt="2024-10-03T13:31:25.108" v="198" actId="1076"/>
          <ac:picMkLst>
            <pc:docMk/>
            <pc:sldMk cId="3724585888" sldId="267"/>
            <ac:picMk id="11" creationId="{67483805-3ED8-5231-0BAB-9F1DF2759442}"/>
          </ac:picMkLst>
        </pc:picChg>
        <pc:cxnChg chg="add mod">
          <ac:chgData name="Nikita Singh" userId="ef6af5f66991a5b9" providerId="LiveId" clId="{54F2BF18-4063-4E42-8910-F27265805871}" dt="2024-10-03T12:35:09.895" v="174" actId="1076"/>
          <ac:cxnSpMkLst>
            <pc:docMk/>
            <pc:sldMk cId="3724585888" sldId="267"/>
            <ac:cxnSpMk id="7" creationId="{24DFFB49-5738-257C-01B0-5A5ABC1E872F}"/>
          </ac:cxnSpMkLst>
        </pc:cxnChg>
        <pc:cxnChg chg="add mod">
          <ac:chgData name="Nikita Singh" userId="ef6af5f66991a5b9" providerId="LiveId" clId="{54F2BF18-4063-4E42-8910-F27265805871}" dt="2024-10-03T13:31:39.953" v="200" actId="1076"/>
          <ac:cxnSpMkLst>
            <pc:docMk/>
            <pc:sldMk cId="3724585888" sldId="267"/>
            <ac:cxnSpMk id="12" creationId="{BA527748-71FA-2E01-5298-5363C1EF59F4}"/>
          </ac:cxnSpMkLst>
        </pc:cxnChg>
      </pc:sldChg>
      <pc:sldChg chg="addSp modSp new mod">
        <pc:chgData name="Nikita Singh" userId="ef6af5f66991a5b9" providerId="LiveId" clId="{54F2BF18-4063-4E42-8910-F27265805871}" dt="2024-10-03T13:43:16.924" v="221" actId="1076"/>
        <pc:sldMkLst>
          <pc:docMk/>
          <pc:sldMk cId="3307534371" sldId="268"/>
        </pc:sldMkLst>
        <pc:picChg chg="add mod">
          <ac:chgData name="Nikita Singh" userId="ef6af5f66991a5b9" providerId="LiveId" clId="{54F2BF18-4063-4E42-8910-F27265805871}" dt="2024-10-03T11:35:52.160" v="138"/>
          <ac:picMkLst>
            <pc:docMk/>
            <pc:sldMk cId="3307534371" sldId="268"/>
            <ac:picMk id="2" creationId="{7A694BAC-7FB9-4881-0896-5260F4E56223}"/>
          </ac:picMkLst>
        </pc:picChg>
        <pc:picChg chg="add mod">
          <ac:chgData name="Nikita Singh" userId="ef6af5f66991a5b9" providerId="LiveId" clId="{54F2BF18-4063-4E42-8910-F27265805871}" dt="2024-10-03T13:33:39.782" v="202" actId="1076"/>
          <ac:picMkLst>
            <pc:docMk/>
            <pc:sldMk cId="3307534371" sldId="268"/>
            <ac:picMk id="4" creationId="{CB59D15E-096A-F8C9-6A7E-F55A1707CBFD}"/>
          </ac:picMkLst>
        </pc:picChg>
        <pc:picChg chg="add mod">
          <ac:chgData name="Nikita Singh" userId="ef6af5f66991a5b9" providerId="LiveId" clId="{54F2BF18-4063-4E42-8910-F27265805871}" dt="2024-10-03T13:37:05.616" v="211" actId="1076"/>
          <ac:picMkLst>
            <pc:docMk/>
            <pc:sldMk cId="3307534371" sldId="268"/>
            <ac:picMk id="6" creationId="{E085EABB-4446-6A63-CECF-FC86E0B1328D}"/>
          </ac:picMkLst>
        </pc:picChg>
        <pc:cxnChg chg="add mod">
          <ac:chgData name="Nikita Singh" userId="ef6af5f66991a5b9" providerId="LiveId" clId="{54F2BF18-4063-4E42-8910-F27265805871}" dt="2024-10-03T13:43:16.924" v="221" actId="1076"/>
          <ac:cxnSpMkLst>
            <pc:docMk/>
            <pc:sldMk cId="3307534371" sldId="268"/>
            <ac:cxnSpMk id="7" creationId="{B095DF4C-DB32-42A6-309A-2D99C13FA3FE}"/>
          </ac:cxnSpMkLst>
        </pc:cxnChg>
      </pc:sldChg>
      <pc:sldChg chg="addSp modSp new del">
        <pc:chgData name="Nikita Singh" userId="ef6af5f66991a5b9" providerId="LiveId" clId="{54F2BF18-4063-4E42-8910-F27265805871}" dt="2024-10-03T13:35:57.573" v="210" actId="47"/>
        <pc:sldMkLst>
          <pc:docMk/>
          <pc:sldMk cId="458162140" sldId="269"/>
        </pc:sldMkLst>
        <pc:picChg chg="add mod">
          <ac:chgData name="Nikita Singh" userId="ef6af5f66991a5b9" providerId="LiveId" clId="{54F2BF18-4063-4E42-8910-F27265805871}" dt="2024-10-03T11:35:56.891" v="139"/>
          <ac:picMkLst>
            <pc:docMk/>
            <pc:sldMk cId="458162140" sldId="269"/>
            <ac:picMk id="2" creationId="{FFAA2465-4165-896D-2515-74BA5549234E}"/>
          </ac:picMkLst>
        </pc:picChg>
      </pc:sldChg>
      <pc:sldChg chg="addSp modSp new mod">
        <pc:chgData name="Nikita Singh" userId="ef6af5f66991a5b9" providerId="LiveId" clId="{54F2BF18-4063-4E42-8910-F27265805871}" dt="2024-10-03T13:43:29.631" v="224" actId="1076"/>
        <pc:sldMkLst>
          <pc:docMk/>
          <pc:sldMk cId="4088261492" sldId="270"/>
        </pc:sldMkLst>
        <pc:picChg chg="add mod">
          <ac:chgData name="Nikita Singh" userId="ef6af5f66991a5b9" providerId="LiveId" clId="{54F2BF18-4063-4E42-8910-F27265805871}" dt="2024-10-03T11:35:59.081" v="140"/>
          <ac:picMkLst>
            <pc:docMk/>
            <pc:sldMk cId="4088261492" sldId="270"/>
            <ac:picMk id="2" creationId="{90693B22-1359-628D-3E82-4230EE578832}"/>
          </ac:picMkLst>
        </pc:picChg>
        <pc:picChg chg="add mod">
          <ac:chgData name="Nikita Singh" userId="ef6af5f66991a5b9" providerId="LiveId" clId="{54F2BF18-4063-4E42-8910-F27265805871}" dt="2024-10-03T13:42:32.319" v="215" actId="1076"/>
          <ac:picMkLst>
            <pc:docMk/>
            <pc:sldMk cId="4088261492" sldId="270"/>
            <ac:picMk id="4" creationId="{A421E4CE-8881-D29F-C2C7-44AA6F9D00B8}"/>
          </ac:picMkLst>
        </pc:picChg>
        <pc:picChg chg="add mod">
          <ac:chgData name="Nikita Singh" userId="ef6af5f66991a5b9" providerId="LiveId" clId="{54F2BF18-4063-4E42-8910-F27265805871}" dt="2024-10-03T13:43:10.381" v="220" actId="1076"/>
          <ac:picMkLst>
            <pc:docMk/>
            <pc:sldMk cId="4088261492" sldId="270"/>
            <ac:picMk id="6" creationId="{D8DF190B-AB8D-D9D3-8AAD-0D151C9AB9EB}"/>
          </ac:picMkLst>
        </pc:picChg>
        <pc:cxnChg chg="add mod">
          <ac:chgData name="Nikita Singh" userId="ef6af5f66991a5b9" providerId="LiveId" clId="{54F2BF18-4063-4E42-8910-F27265805871}" dt="2024-10-03T13:43:29.631" v="224" actId="1076"/>
          <ac:cxnSpMkLst>
            <pc:docMk/>
            <pc:sldMk cId="4088261492" sldId="270"/>
            <ac:cxnSpMk id="7" creationId="{010869B2-7AB8-2EE8-60FA-F784746E628E}"/>
          </ac:cxnSpMkLst>
        </pc:cxnChg>
      </pc:sldChg>
      <pc:sldChg chg="addSp modSp new mod">
        <pc:chgData name="Nikita Singh" userId="ef6af5f66991a5b9" providerId="LiveId" clId="{54F2BF18-4063-4E42-8910-F27265805871}" dt="2024-10-03T13:49:50.353" v="236" actId="1076"/>
        <pc:sldMkLst>
          <pc:docMk/>
          <pc:sldMk cId="2512085729" sldId="271"/>
        </pc:sldMkLst>
        <pc:picChg chg="add mod">
          <ac:chgData name="Nikita Singh" userId="ef6af5f66991a5b9" providerId="LiveId" clId="{54F2BF18-4063-4E42-8910-F27265805871}" dt="2024-10-03T11:36:01.774" v="141"/>
          <ac:picMkLst>
            <pc:docMk/>
            <pc:sldMk cId="2512085729" sldId="271"/>
            <ac:picMk id="2" creationId="{33D58484-475F-F659-6919-14D05ABD3662}"/>
          </ac:picMkLst>
        </pc:picChg>
        <pc:picChg chg="add mod">
          <ac:chgData name="Nikita Singh" userId="ef6af5f66991a5b9" providerId="LiveId" clId="{54F2BF18-4063-4E42-8910-F27265805871}" dt="2024-10-03T13:49:30.261" v="232" actId="1076"/>
          <ac:picMkLst>
            <pc:docMk/>
            <pc:sldMk cId="2512085729" sldId="271"/>
            <ac:picMk id="4" creationId="{087EC02E-A359-52CB-2D2C-97D285B7CAA5}"/>
          </ac:picMkLst>
        </pc:picChg>
        <pc:picChg chg="add mod">
          <ac:chgData name="Nikita Singh" userId="ef6af5f66991a5b9" providerId="LiveId" clId="{54F2BF18-4063-4E42-8910-F27265805871}" dt="2024-10-03T13:49:34.341" v="233" actId="1076"/>
          <ac:picMkLst>
            <pc:docMk/>
            <pc:sldMk cId="2512085729" sldId="271"/>
            <ac:picMk id="6" creationId="{D578D114-3419-B6B2-1AC5-BBB05385EA0B}"/>
          </ac:picMkLst>
        </pc:picChg>
        <pc:cxnChg chg="add mod">
          <ac:chgData name="Nikita Singh" userId="ef6af5f66991a5b9" providerId="LiveId" clId="{54F2BF18-4063-4E42-8910-F27265805871}" dt="2024-10-03T13:49:50.353" v="236" actId="1076"/>
          <ac:cxnSpMkLst>
            <pc:docMk/>
            <pc:sldMk cId="2512085729" sldId="271"/>
            <ac:cxnSpMk id="7" creationId="{DA9EC5CF-ECDE-FD3C-4452-DA7573EDACF7}"/>
          </ac:cxnSpMkLst>
        </pc:cxnChg>
      </pc:sldChg>
      <pc:sldChg chg="addSp modSp new mod">
        <pc:chgData name="Nikita Singh" userId="ef6af5f66991a5b9" providerId="LiveId" clId="{54F2BF18-4063-4E42-8910-F27265805871}" dt="2024-10-03T13:53:11.814" v="255" actId="1076"/>
        <pc:sldMkLst>
          <pc:docMk/>
          <pc:sldMk cId="2888368163" sldId="272"/>
        </pc:sldMkLst>
        <pc:picChg chg="add mod">
          <ac:chgData name="Nikita Singh" userId="ef6af5f66991a5b9" providerId="LiveId" clId="{54F2BF18-4063-4E42-8910-F27265805871}" dt="2024-10-03T11:36:05.803" v="142"/>
          <ac:picMkLst>
            <pc:docMk/>
            <pc:sldMk cId="2888368163" sldId="272"/>
            <ac:picMk id="2" creationId="{77A40944-7FD7-3FF0-4552-FCF12C88A0AE}"/>
          </ac:picMkLst>
        </pc:picChg>
        <pc:picChg chg="add mod">
          <ac:chgData name="Nikita Singh" userId="ef6af5f66991a5b9" providerId="LiveId" clId="{54F2BF18-4063-4E42-8910-F27265805871}" dt="2024-10-03T13:52:59.853" v="253" actId="1076"/>
          <ac:picMkLst>
            <pc:docMk/>
            <pc:sldMk cId="2888368163" sldId="272"/>
            <ac:picMk id="4" creationId="{7D64F0A7-0590-2986-5388-CBD3F4DC72A0}"/>
          </ac:picMkLst>
        </pc:picChg>
        <pc:picChg chg="add mod modCrop">
          <ac:chgData name="Nikita Singh" userId="ef6af5f66991a5b9" providerId="LiveId" clId="{54F2BF18-4063-4E42-8910-F27265805871}" dt="2024-10-03T13:52:56.311" v="252" actId="14100"/>
          <ac:picMkLst>
            <pc:docMk/>
            <pc:sldMk cId="2888368163" sldId="272"/>
            <ac:picMk id="6" creationId="{B0D5EA63-869A-6536-0DB2-962A5CCE681F}"/>
          </ac:picMkLst>
        </pc:picChg>
        <pc:cxnChg chg="add mod">
          <ac:chgData name="Nikita Singh" userId="ef6af5f66991a5b9" providerId="LiveId" clId="{54F2BF18-4063-4E42-8910-F27265805871}" dt="2024-10-03T13:53:11.814" v="255" actId="1076"/>
          <ac:cxnSpMkLst>
            <pc:docMk/>
            <pc:sldMk cId="2888368163" sldId="272"/>
            <ac:cxnSpMk id="7" creationId="{6A11A369-F561-B102-95E7-FF2138CC6771}"/>
          </ac:cxnSpMkLst>
        </pc:cxnChg>
      </pc:sldChg>
      <pc:sldChg chg="addSp modSp new mod">
        <pc:chgData name="Nikita Singh" userId="ef6af5f66991a5b9" providerId="LiveId" clId="{54F2BF18-4063-4E42-8910-F27265805871}" dt="2024-10-03T13:58:09.455" v="272" actId="1076"/>
        <pc:sldMkLst>
          <pc:docMk/>
          <pc:sldMk cId="956389205" sldId="273"/>
        </pc:sldMkLst>
        <pc:picChg chg="add mod">
          <ac:chgData name="Nikita Singh" userId="ef6af5f66991a5b9" providerId="LiveId" clId="{54F2BF18-4063-4E42-8910-F27265805871}" dt="2024-10-03T13:58:06.245" v="271" actId="1076"/>
          <ac:picMkLst>
            <pc:docMk/>
            <pc:sldMk cId="956389205" sldId="273"/>
            <ac:picMk id="3" creationId="{4EAFD82B-8E63-5CFA-ED0A-573CC4922FD3}"/>
          </ac:picMkLst>
        </pc:picChg>
        <pc:picChg chg="add mod">
          <ac:chgData name="Nikita Singh" userId="ef6af5f66991a5b9" providerId="LiveId" clId="{54F2BF18-4063-4E42-8910-F27265805871}" dt="2024-10-03T13:57:35.564" v="266" actId="1076"/>
          <ac:picMkLst>
            <pc:docMk/>
            <pc:sldMk cId="956389205" sldId="273"/>
            <ac:picMk id="5" creationId="{5B4D88D4-CC59-BBC6-CE2C-93CEED8F37F6}"/>
          </ac:picMkLst>
        </pc:picChg>
        <pc:picChg chg="add mod">
          <ac:chgData name="Nikita Singh" userId="ef6af5f66991a5b9" providerId="LiveId" clId="{54F2BF18-4063-4E42-8910-F27265805871}" dt="2024-10-03T13:58:09.455" v="272" actId="1076"/>
          <ac:picMkLst>
            <pc:docMk/>
            <pc:sldMk cId="956389205" sldId="273"/>
            <ac:picMk id="7" creationId="{1314E688-01C5-620D-77DE-0A0626659B9A}"/>
          </ac:picMkLst>
        </pc:picChg>
        <pc:cxnChg chg="add mod">
          <ac:chgData name="Nikita Singh" userId="ef6af5f66991a5b9" providerId="LiveId" clId="{54F2BF18-4063-4E42-8910-F27265805871}" dt="2024-10-03T13:57:49.107" v="268" actId="1076"/>
          <ac:cxnSpMkLst>
            <pc:docMk/>
            <pc:sldMk cId="956389205" sldId="273"/>
            <ac:cxnSpMk id="6" creationId="{2200E887-3941-77E1-4EF8-AF78E654A1F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BC59-C0E8-4432-8C50-AB03A93A696C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2431-2FCD-4469-BEEA-D53615C8E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459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BC59-C0E8-4432-8C50-AB03A93A696C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2431-2FCD-4469-BEEA-D53615C8E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151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BC59-C0E8-4432-8C50-AB03A93A696C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2431-2FCD-4469-BEEA-D53615C8E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51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BC59-C0E8-4432-8C50-AB03A93A696C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2431-2FCD-4469-BEEA-D53615C8E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450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BC59-C0E8-4432-8C50-AB03A93A696C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2431-2FCD-4469-BEEA-D53615C8E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640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BC59-C0E8-4432-8C50-AB03A93A696C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2431-2FCD-4469-BEEA-D53615C8E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862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BC59-C0E8-4432-8C50-AB03A93A696C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2431-2FCD-4469-BEEA-D53615C8E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06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BC59-C0E8-4432-8C50-AB03A93A696C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2431-2FCD-4469-BEEA-D53615C8E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298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BC59-C0E8-4432-8C50-AB03A93A696C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2431-2FCD-4469-BEEA-D53615C8E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33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BC59-C0E8-4432-8C50-AB03A93A696C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2431-2FCD-4469-BEEA-D53615C8E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037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ABC59-C0E8-4432-8C50-AB03A93A696C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D2431-2FCD-4469-BEEA-D53615C8E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38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ABC59-C0E8-4432-8C50-AB03A93A696C}" type="datetimeFigureOut">
              <a:rPr lang="en-IN" smtClean="0"/>
              <a:t>03-10-2024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D2431-2FCD-4469-BEEA-D53615C8E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1529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A06D6A-FE50-459D-F84B-58ED3B12E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256" y="552789"/>
            <a:ext cx="8955465" cy="2119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6350" stA="50000" endA="300" endPos="55500" dist="1016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B2DFDB-099B-0AD4-2EEC-415330609F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750" b="11279"/>
          <a:stretch/>
        </p:blipFill>
        <p:spPr>
          <a:xfrm>
            <a:off x="8606672" y="4525490"/>
            <a:ext cx="3066420" cy="15099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6D0E68-904F-494E-DBBA-4DA8ED8E9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770" y="4176645"/>
            <a:ext cx="1796244" cy="343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F08754-D2F9-5EDD-FCB0-56B190067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59" y="2830180"/>
            <a:ext cx="2707345" cy="2289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29D7A2-9ABA-C9AF-5FA7-BDE419DF56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0225" y="3032582"/>
            <a:ext cx="2583655" cy="3272629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32319E3-3684-C6C7-6E30-3AA73BDB7932}"/>
              </a:ext>
            </a:extLst>
          </p:cNvPr>
          <p:cNvCxnSpPr/>
          <p:nvPr/>
        </p:nvCxnSpPr>
        <p:spPr>
          <a:xfrm>
            <a:off x="2375555" y="3299381"/>
            <a:ext cx="772998" cy="386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E65F2E6-7207-3766-DB58-596FD8E41DB4}"/>
              </a:ext>
            </a:extLst>
          </p:cNvPr>
          <p:cNvCxnSpPr>
            <a:cxnSpLocks/>
          </p:cNvCxnSpPr>
          <p:nvPr/>
        </p:nvCxnSpPr>
        <p:spPr>
          <a:xfrm>
            <a:off x="7729979" y="4668896"/>
            <a:ext cx="725864" cy="336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849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06AF89-0358-765D-FB24-6823915E2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45" y="3751088"/>
            <a:ext cx="6073033" cy="1400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013B0D-5DE0-8D38-CB4F-061D39D6B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083" y="3751088"/>
            <a:ext cx="2934109" cy="14003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359BB5-D0A7-DBF0-0EB2-288B8787E8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356" y="781393"/>
            <a:ext cx="8955465" cy="2119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6350" stA="50000" endA="300" endPos="55500" dist="101600" dir="5400000" sy="-100000" algn="bl" rotWithShape="0"/>
          </a:effec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8986D5C-665A-D8D3-E0C0-A5D85C1C81FD}"/>
              </a:ext>
            </a:extLst>
          </p:cNvPr>
          <p:cNvCxnSpPr>
            <a:cxnSpLocks/>
          </p:cNvCxnSpPr>
          <p:nvPr/>
        </p:nvCxnSpPr>
        <p:spPr>
          <a:xfrm>
            <a:off x="6713331" y="4451273"/>
            <a:ext cx="8662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513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0BCDE3-5FF1-1B2C-A218-8952F42A5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58" y="3863601"/>
            <a:ext cx="4953691" cy="16194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544F55-0981-DD66-803F-3DD41EEBF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874" y="3863601"/>
            <a:ext cx="2975598" cy="15328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46F0BF-EB8C-1B06-0F86-AEEA973598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267" y="874447"/>
            <a:ext cx="8955465" cy="2119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6350" stA="50000" endA="300" endPos="55500" dist="101600" dir="5400000" sy="-100000" algn="bl" rotWithShape="0"/>
          </a:effec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4666899-3620-0FE4-AE66-D6EFFD3EBCE2}"/>
              </a:ext>
            </a:extLst>
          </p:cNvPr>
          <p:cNvCxnSpPr>
            <a:cxnSpLocks/>
          </p:cNvCxnSpPr>
          <p:nvPr/>
        </p:nvCxnSpPr>
        <p:spPr>
          <a:xfrm>
            <a:off x="6174557" y="4673339"/>
            <a:ext cx="83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131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55E14A-6490-66A5-68A8-72150F1D6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745" y="721606"/>
            <a:ext cx="8955465" cy="2119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6350" stA="50000" endA="300" endPos="55500" dist="1016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426BA8-6BD1-19DC-E80B-992AB97FD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196" y="4378443"/>
            <a:ext cx="5611008" cy="11241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E8E677-E1D3-72BE-FFB3-197146841F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727"/>
          <a:stretch/>
        </p:blipFill>
        <p:spPr>
          <a:xfrm>
            <a:off x="7009434" y="4016443"/>
            <a:ext cx="4333613" cy="184810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826A23-4E52-AD00-CCF9-8071FD4A970D}"/>
              </a:ext>
            </a:extLst>
          </p:cNvPr>
          <p:cNvCxnSpPr>
            <a:cxnSpLocks/>
          </p:cNvCxnSpPr>
          <p:nvPr/>
        </p:nvCxnSpPr>
        <p:spPr>
          <a:xfrm>
            <a:off x="6391374" y="5135252"/>
            <a:ext cx="83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8173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270CEF-6D45-3BEE-BDEB-E62C9BB29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745" y="721606"/>
            <a:ext cx="8955465" cy="2119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6350" stA="50000" endA="300" endPos="55500" dist="1016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2DBD0D-3B08-DF86-38EE-5CCECAA43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234" y="3683894"/>
            <a:ext cx="5525271" cy="17337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336C0B-21C5-4F8D-2E98-2730680E7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1881" y="3683465"/>
            <a:ext cx="2608330" cy="168659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11559C-DAC7-1A2D-C8BA-86D69A588395}"/>
              </a:ext>
            </a:extLst>
          </p:cNvPr>
          <p:cNvCxnSpPr>
            <a:cxnSpLocks/>
          </p:cNvCxnSpPr>
          <p:nvPr/>
        </p:nvCxnSpPr>
        <p:spPr>
          <a:xfrm>
            <a:off x="7032396" y="4579071"/>
            <a:ext cx="83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277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2A8A0D-DF78-CDA0-3564-CD07436DE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745" y="721606"/>
            <a:ext cx="8955465" cy="2119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6350" stA="50000" endA="300" endPos="55500" dist="1016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6CDD43-5BE6-E5F3-52BE-E6717A362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812" y="3818480"/>
            <a:ext cx="5830114" cy="14765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B93770-60ED-7392-3FCE-B6F8A8FE3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9391" y="3818480"/>
            <a:ext cx="2897651" cy="147658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E8570F2-CF1F-277F-B61A-F0EABCE4B605}"/>
              </a:ext>
            </a:extLst>
          </p:cNvPr>
          <p:cNvCxnSpPr>
            <a:cxnSpLocks/>
          </p:cNvCxnSpPr>
          <p:nvPr/>
        </p:nvCxnSpPr>
        <p:spPr>
          <a:xfrm>
            <a:off x="7164371" y="4526133"/>
            <a:ext cx="83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354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AAB810-C602-6F0E-DC63-F922C46CF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745" y="721606"/>
            <a:ext cx="8955465" cy="2119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6350" stA="50000" endA="300" endPos="55500" dist="1016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F5F1FD-89B4-8747-F1D9-E0D608CE0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36" y="3814665"/>
            <a:ext cx="6373114" cy="11431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D53AF4-61B4-7123-427C-232C4DE90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920" y="3625542"/>
            <a:ext cx="4473493" cy="152140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2251A2D-1CC0-636A-B84D-8C2BB82C8BAF}"/>
              </a:ext>
            </a:extLst>
          </p:cNvPr>
          <p:cNvCxnSpPr>
            <a:cxnSpLocks/>
          </p:cNvCxnSpPr>
          <p:nvPr/>
        </p:nvCxnSpPr>
        <p:spPr>
          <a:xfrm>
            <a:off x="6561056" y="4437668"/>
            <a:ext cx="83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911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224168-BA50-91A1-24CC-A1FF951F2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745" y="721606"/>
            <a:ext cx="8955465" cy="2119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6350" stA="50000" endA="300" endPos="55500" dist="1016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085E75-6E0D-556A-C60A-D7DAA5C4A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2" y="3923046"/>
            <a:ext cx="5420481" cy="10669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490A21-44BD-0774-DC13-FABAC55DD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3120" y="3923046"/>
            <a:ext cx="3655094" cy="106694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8780F31-7F28-FB97-9905-F75B41B710D2}"/>
              </a:ext>
            </a:extLst>
          </p:cNvPr>
          <p:cNvCxnSpPr>
            <a:cxnSpLocks/>
          </p:cNvCxnSpPr>
          <p:nvPr/>
        </p:nvCxnSpPr>
        <p:spPr>
          <a:xfrm>
            <a:off x="6721313" y="4531937"/>
            <a:ext cx="83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82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AD7F9C-BF8F-D22E-4317-FC0B47197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267" y="721057"/>
            <a:ext cx="8955465" cy="2119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6350" stA="50000" endA="300" endPos="55500" dist="1016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F9CFC1-C7FA-FA70-4241-26EEB872B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420" y="4016443"/>
            <a:ext cx="5372850" cy="1352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CE2CE8-FC1F-5324-419A-9293631F72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165"/>
          <a:stretch/>
        </p:blipFill>
        <p:spPr>
          <a:xfrm>
            <a:off x="7654143" y="4016991"/>
            <a:ext cx="2696067" cy="135219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0DC216F-DD5A-7126-9511-1CF4D6BDBA4F}"/>
              </a:ext>
            </a:extLst>
          </p:cNvPr>
          <p:cNvCxnSpPr>
            <a:cxnSpLocks/>
          </p:cNvCxnSpPr>
          <p:nvPr/>
        </p:nvCxnSpPr>
        <p:spPr>
          <a:xfrm>
            <a:off x="7029041" y="4777035"/>
            <a:ext cx="83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364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E3A177-20F4-FD11-46BC-89E655D31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745" y="721606"/>
            <a:ext cx="8955465" cy="2119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6350" stA="50000" endA="300" endPos="55500" dist="1016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DA707F-CE89-4333-0A8B-A0F03946F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559" y="3821826"/>
            <a:ext cx="4660194" cy="15085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E52EDF-3B1A-06A4-1308-2E46481FC5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78"/>
          <a:stretch/>
        </p:blipFill>
        <p:spPr>
          <a:xfrm>
            <a:off x="6529863" y="3821826"/>
            <a:ext cx="3688373" cy="150855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D3E4568-871E-8502-F4CE-D2BA2BD03C74}"/>
              </a:ext>
            </a:extLst>
          </p:cNvPr>
          <p:cNvCxnSpPr>
            <a:cxnSpLocks/>
          </p:cNvCxnSpPr>
          <p:nvPr/>
        </p:nvCxnSpPr>
        <p:spPr>
          <a:xfrm>
            <a:off x="5869759" y="4607352"/>
            <a:ext cx="83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7750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26C287-2246-F69B-9004-BBEC29B85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745" y="721606"/>
            <a:ext cx="8955465" cy="2119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6350" stA="50000" endA="300" endPos="55500" dist="101600" dir="5400000" sy="-100000" algn="bl" rotWithShape="0"/>
          </a:effec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DFFB49-5738-257C-01B0-5A5ABC1E872F}"/>
              </a:ext>
            </a:extLst>
          </p:cNvPr>
          <p:cNvCxnSpPr>
            <a:cxnSpLocks/>
          </p:cNvCxnSpPr>
          <p:nvPr/>
        </p:nvCxnSpPr>
        <p:spPr>
          <a:xfrm>
            <a:off x="5619946" y="5059839"/>
            <a:ext cx="83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8C0163B-D642-18AA-2432-0BD8A85F2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532" y="3794620"/>
            <a:ext cx="5645212" cy="17951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483805-3ED8-5231-0BAB-9F1DF27594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0407"/>
          <a:stretch/>
        </p:blipFill>
        <p:spPr>
          <a:xfrm>
            <a:off x="7318540" y="3794620"/>
            <a:ext cx="3031670" cy="1795162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527748-71FA-2E01-5298-5363C1EF59F4}"/>
              </a:ext>
            </a:extLst>
          </p:cNvPr>
          <p:cNvCxnSpPr>
            <a:cxnSpLocks/>
          </p:cNvCxnSpPr>
          <p:nvPr/>
        </p:nvCxnSpPr>
        <p:spPr>
          <a:xfrm>
            <a:off x="6699251" y="4814742"/>
            <a:ext cx="838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585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694BAC-7FB9-4881-0896-5260F4E56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745" y="721606"/>
            <a:ext cx="8955465" cy="2119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6350" stA="50000" endA="300" endPos="55500" dist="1016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59D15E-096A-F8C9-6A7E-F55A1707C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240" y="3311495"/>
            <a:ext cx="4048690" cy="7049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85EABB-4446-6A63-CECF-FC86E0B13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366" y="4486380"/>
            <a:ext cx="10042438" cy="182805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095DF4C-DB32-42A6-309A-2D99C13FA3FE}"/>
              </a:ext>
            </a:extLst>
          </p:cNvPr>
          <p:cNvCxnSpPr>
            <a:cxnSpLocks/>
          </p:cNvCxnSpPr>
          <p:nvPr/>
        </p:nvCxnSpPr>
        <p:spPr>
          <a:xfrm>
            <a:off x="5998524" y="4091858"/>
            <a:ext cx="0" cy="549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534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693B22-1359-628D-3E82-4230EE578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745" y="721606"/>
            <a:ext cx="8955465" cy="2119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6350" stA="50000" endA="300" endPos="55500" dist="1016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21E4CE-8881-D29F-C2C7-44AA6F9D0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968" y="3184527"/>
            <a:ext cx="3972479" cy="1076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DF190B-AB8D-D9D3-8AAD-0D151C9AB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924" y="4603971"/>
            <a:ext cx="10033262" cy="186610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10869B2-7AB8-2EE8-60FA-F784746E628E}"/>
              </a:ext>
            </a:extLst>
          </p:cNvPr>
          <p:cNvCxnSpPr>
            <a:cxnSpLocks/>
          </p:cNvCxnSpPr>
          <p:nvPr/>
        </p:nvCxnSpPr>
        <p:spPr>
          <a:xfrm>
            <a:off x="5998524" y="4195014"/>
            <a:ext cx="0" cy="549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261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D58484-475F-F659-6919-14D05ABD3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745" y="721606"/>
            <a:ext cx="8955465" cy="2119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6350" stA="50000" endA="300" endPos="55500" dist="1016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7EC02E-A359-52CB-2D2C-97D285B7C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750" y="3510543"/>
            <a:ext cx="6687483" cy="1533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78D114-3419-B6B2-1AC5-BBB05385E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3490" y="3510542"/>
            <a:ext cx="3717784" cy="153373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9EC5CF-ECDE-FD3C-4452-DA7573EDACF7}"/>
              </a:ext>
            </a:extLst>
          </p:cNvPr>
          <p:cNvCxnSpPr>
            <a:cxnSpLocks/>
          </p:cNvCxnSpPr>
          <p:nvPr/>
        </p:nvCxnSpPr>
        <p:spPr>
          <a:xfrm>
            <a:off x="7258973" y="4147880"/>
            <a:ext cx="6285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085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A40944-7FD7-3FF0-4552-FCF12C88A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745" y="721606"/>
            <a:ext cx="8955465" cy="2119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6350" stA="50000" endA="300" endPos="55500" dist="1016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64F0A7-0590-2986-5388-CBD3F4DC7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85" y="3223068"/>
            <a:ext cx="7277037" cy="29133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D5EA63-869A-6536-0DB2-962A5CCE68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7583"/>
          <a:stretch/>
        </p:blipFill>
        <p:spPr>
          <a:xfrm>
            <a:off x="8552515" y="3223068"/>
            <a:ext cx="2621000" cy="291332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A11A369-F561-B102-95E7-FF2138CC6771}"/>
              </a:ext>
            </a:extLst>
          </p:cNvPr>
          <p:cNvCxnSpPr>
            <a:cxnSpLocks/>
          </p:cNvCxnSpPr>
          <p:nvPr/>
        </p:nvCxnSpPr>
        <p:spPr>
          <a:xfrm>
            <a:off x="8050825" y="4638074"/>
            <a:ext cx="6285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368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AFD82B-8E63-5CFA-ED0A-573CC4922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57" y="3966327"/>
            <a:ext cx="7023167" cy="23173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4D88D4-CC59-BBC6-CE2C-93CEED8F3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684" y="4218191"/>
            <a:ext cx="2798287" cy="166413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200E887-3941-77E1-4EF8-AF78E654A1FF}"/>
              </a:ext>
            </a:extLst>
          </p:cNvPr>
          <p:cNvCxnSpPr>
            <a:cxnSpLocks/>
          </p:cNvCxnSpPr>
          <p:nvPr/>
        </p:nvCxnSpPr>
        <p:spPr>
          <a:xfrm>
            <a:off x="7607764" y="4873744"/>
            <a:ext cx="6285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314E688-01C5-620D-77DE-0A0626659B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025" y="924280"/>
            <a:ext cx="8955465" cy="2119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6350" stA="50000" endA="300" endPos="55500" dist="1016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56389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Singh</dc:creator>
  <cp:lastModifiedBy>Nikita Singh</cp:lastModifiedBy>
  <cp:revision>1</cp:revision>
  <dcterms:created xsi:type="dcterms:W3CDTF">2024-10-03T10:18:11Z</dcterms:created>
  <dcterms:modified xsi:type="dcterms:W3CDTF">2024-10-03T13:58:28Z</dcterms:modified>
</cp:coreProperties>
</file>